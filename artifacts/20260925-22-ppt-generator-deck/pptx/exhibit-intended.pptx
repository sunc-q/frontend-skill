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628985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 Skill 验证实验室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48171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每小时一轮 · 页面构建技能横评阶段汇报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7119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LAB-2026-09 · 8 RUNS · 4 SKILLS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2026-09-25 22:00 · 第 9 轮汇报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82025" y="62684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汇报人：Qoder Agent（无人值守）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4300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1540" y="1148715"/>
            <a:ext cx="74759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E40A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5450" y="145732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方法与去重契约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1165" y="179165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独立会话 · 工作记录即唯一记忆 · 四道去重闸</a:t>
            </a:r>
          </a:p>
        </p:txBody>
      </p:sp>
      <p:sp>
        <p:nvSpPr>
          <p:cNvPr id="12" name="Line 12"/>
          <p:cNvSpPr/>
          <p:nvPr/>
        </p:nvSpPr>
        <p:spPr>
          <a:xfrm>
            <a:off x="1714500" y="2095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114300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06540" y="114871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7C3AED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10450" y="14573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已试组合与留用判定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16165" y="179165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8 轮 · 4 个技能 · 8 个场景 · 全部判为留用</a:t>
            </a:r>
          </a:p>
        </p:txBody>
      </p:sp>
      <p:sp>
        <p:nvSpPr>
          <p:cNvPr id="17" name="Line 17"/>
          <p:cNvSpPr/>
          <p:nvPr/>
        </p:nvSpPr>
        <p:spPr>
          <a:xfrm>
            <a:off x="7429500" y="2095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257175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1540" y="257746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E40A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5450" y="2886075"/>
            <a:ext cx="2798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质量闸门：断言与视觉复核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1165" y="3220402"/>
            <a:ext cx="33084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累计 1,203 条断言 · 计算样式复核 · 逐字节同构</a:t>
            </a:r>
          </a:p>
        </p:txBody>
      </p:sp>
      <p:sp>
        <p:nvSpPr>
          <p:cNvPr id="22" name="Line 22"/>
          <p:cNvSpPr/>
          <p:nvPr/>
        </p:nvSpPr>
        <p:spPr>
          <a:xfrm>
            <a:off x="1714500" y="35242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57175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06540" y="257746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7C3AED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0450" y="28860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环境约束与下一步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16165" y="322040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TLS 重置 · 镜像源可达清单 · 45 条环境笔记</a:t>
            </a:r>
          </a:p>
        </p:txBody>
      </p:sp>
      <p:sp>
        <p:nvSpPr>
          <p:cNvPr id="27" name="Line 27"/>
          <p:cNvSpPr/>
          <p:nvPr/>
        </p:nvSpPr>
        <p:spPr>
          <a:xfrm>
            <a:off x="7429500" y="35242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4000500"/>
            <a:ext cx="5334000" cy="1238250"/>
          </a:xfrm>
          <a:prstGeom prst="rect">
            <a:avLst/>
          </a:prstGeom>
          <a:noFill/>
          <a:ln w="9525">
            <a:solidFill>
              <a:srgbClr val="374151"/>
            </a:solidFill>
            <a:prstDash val="dash"/>
          </a:ln>
        </p:spPr>
      </p:sp>
      <p:sp>
        <p:nvSpPr>
          <p:cNvPr id="29" name="TextBox 29"/>
          <p:cNvSpPr txBox="1"/>
          <p:nvPr/>
        </p:nvSpPr>
        <p:spPr>
          <a:xfrm>
            <a:off x="891540" y="400621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374151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" y="45377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附录：九份复现文档与产物索引</a:t>
            </a:r>
          </a:p>
        </p:txBody>
      </p:sp>
      <p:sp>
        <p:nvSpPr>
          <p:cNvPr id="31" name="Line 31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2026-09-25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0518" y="63798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68729" y="6379845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05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2667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62050" y="2162175"/>
            <a:ext cx="2620185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280" y="304038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已试组合与留用判定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4950" y="3838575"/>
            <a:ext cx="51644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 个技能在 8 个场景上各做一轮，24 种风格无一重复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0" y="1905000"/>
            <a:ext cx="3810000" cy="3048000"/>
            <a:chOff x="7620000" y="1905000"/>
            <a:chExt cx="3810000" cy="3048000"/>
          </a:xfrm>
        </p:grpSpPr>
        <p:sp>
          <p:nvSpPr>
            <p:cNvPr id="8" name="Line 8"/>
            <p:cNvSpPr/>
            <p:nvPr/>
          </p:nvSpPr>
          <p:spPr>
            <a:xfrm>
              <a:off x="8096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48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001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3429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4381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58206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八轮全部判为留用：单轮断言从 36 条增至 398 条，风格零重复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1500" y="1123950"/>
            <a:ext cx="3292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3465" y="13344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轮已试组合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170" y="15792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skill × 场景，无重复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86125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76625" y="1123950"/>
            <a:ext cx="3292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58590" y="13344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个技能已完成横评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03295" y="1579245"/>
            <a:ext cx="1153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内置 1 + 本机自装 3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81750" y="1123950"/>
            <a:ext cx="122634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1,203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8420" y="157924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条断言（有记录的 6 轮累计）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096375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86875" y="1123950"/>
            <a:ext cx="120334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1.1MB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13545" y="1579245"/>
            <a:ext cx="1711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单场景产物峰值 / 限额 50MB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2000250"/>
            <a:ext cx="704850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92455" y="21783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每轮断言条数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8170" y="241744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16:00 起有量化记录 · 单位：条</a:t>
            </a:r>
          </a:p>
        </p:txBody>
      </p:sp>
      <p:sp>
        <p:nvSpPr>
          <p:cNvPr id="24" name="Line 24"/>
          <p:cNvSpPr/>
          <p:nvPr/>
        </p:nvSpPr>
        <p:spPr>
          <a:xfrm>
            <a:off x="1143000" y="53340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5" name="Line 25"/>
          <p:cNvSpPr/>
          <p:nvPr/>
        </p:nvSpPr>
        <p:spPr>
          <a:xfrm>
            <a:off x="1143000" y="466725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" y="40005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1143000" y="333375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1143000" y="26670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64025" y="52749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2297" y="4608195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9436" y="39414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9436" y="32746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9436" y="26079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400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238250" y="5095875"/>
            <a:ext cx="647700" cy="238125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2238375" y="4391025"/>
            <a:ext cx="647700" cy="942975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238500" y="3028950"/>
            <a:ext cx="647700" cy="23050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4238625" y="2676525"/>
            <a:ext cx="647700" cy="2657475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238750" y="3962400"/>
            <a:ext cx="64770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238875" y="4810125"/>
            <a:ext cx="647700" cy="523875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460204" y="48872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56303" y="4182428"/>
            <a:ext cx="211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141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16173" y="282035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345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16298" y="24679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398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16423" y="37538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205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0829" y="460152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78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6364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16:00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386489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86614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18:00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386739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19:00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70433" y="542734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20:00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86989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21:00</a:t>
            </a:r>
          </a:p>
        </p:txBody>
      </p:sp>
      <p:sp>
        <p:nvSpPr>
          <p:cNvPr id="52" name="Line 52"/>
          <p:cNvSpPr/>
          <p:nvPr/>
        </p:nvSpPr>
        <p:spPr>
          <a:xfrm>
            <a:off x="609600" y="57150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55370" y="5655945"/>
            <a:ext cx="2908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19:00 轮（定价页 · 双技能叠加）为迄今单轮最高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0" y="2000250"/>
            <a:ext cx="419100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831455" y="217836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技能 × 轮次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848600" y="2476500"/>
            <a:ext cx="3733800" cy="28575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970520" y="2569845"/>
            <a:ext cx="367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418636" y="25698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轮次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847070" y="25698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判定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69568" y="2904649"/>
            <a:ext cx="14131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sites:sites-building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604204" y="28965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46118" y="29046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</a:t>
            </a:r>
          </a:p>
        </p:txBody>
      </p:sp>
      <p:sp>
        <p:nvSpPr>
          <p:cNvPr id="63" name="Line 63"/>
          <p:cNvSpPr/>
          <p:nvPr/>
        </p:nvSpPr>
        <p:spPr>
          <a:xfrm>
            <a:off x="7848600" y="314325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7969568" y="3304699"/>
            <a:ext cx="2068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vercel-react-best-practices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604204" y="32966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846118" y="33046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</a:t>
            </a:r>
          </a:p>
        </p:txBody>
      </p:sp>
      <p:sp>
        <p:nvSpPr>
          <p:cNvPr id="67" name="Line 67"/>
          <p:cNvSpPr/>
          <p:nvPr/>
        </p:nvSpPr>
        <p:spPr>
          <a:xfrm>
            <a:off x="7848600" y="354330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7969568" y="3704749"/>
            <a:ext cx="1584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frontend-development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644459" y="36966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846118" y="37047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</a:t>
            </a:r>
          </a:p>
        </p:txBody>
      </p:sp>
      <p:sp>
        <p:nvSpPr>
          <p:cNvPr id="71" name="Line 71"/>
          <p:cNvSpPr/>
          <p:nvPr/>
        </p:nvSpPr>
        <p:spPr>
          <a:xfrm>
            <a:off x="7848600" y="394335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7969568" y="410479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drafter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44459" y="409670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846118" y="41047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留用（限定场景）</a:t>
            </a:r>
          </a:p>
        </p:txBody>
      </p:sp>
      <p:sp>
        <p:nvSpPr>
          <p:cNvPr id="75" name="Line 75"/>
          <p:cNvSpPr/>
          <p:nvPr/>
        </p:nvSpPr>
        <p:spPr>
          <a:xfrm>
            <a:off x="7848600" y="434340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7848600" y="4400550"/>
            <a:ext cx="3733800" cy="323850"/>
          </a:xfrm>
          <a:prstGeom prst="rect">
            <a:avLst/>
          </a:prstGeom>
          <a:noFill/>
          <a:ln w="9525">
            <a:solidFill>
              <a:srgbClr val="D4AF37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7969568" y="4504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合计轮次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589647" y="44805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846118" y="4504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全部留用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837170" y="4893945"/>
            <a:ext cx="2881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19:00 轮由 vercel 与 sites-building 叠加完成，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837170" y="5065395"/>
            <a:ext cx="22179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故技能轮次相加为 9、实际轮次为 8。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837170" y="5484495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未安装来源：扩展市场 12 个候选（需用户确认）、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837170" y="5655945"/>
            <a:ext cx="18236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GitHub / skills.sh 本机不可达</a:t>
            </a:r>
          </a:p>
        </p:txBody>
      </p:sp>
      <p:sp>
        <p:nvSpPr>
          <p:cNvPr id="84" name="Line 8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369570" y="6522720"/>
            <a:ext cx="4873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state/state.json 与 records/work-log.md @ 2026-09-25 22:00 快照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670518" y="65227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168729" y="65227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05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754499" y="22136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谢谢评审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544729" y="3441382"/>
            <a:ext cx="5102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下一轮：让风格来自技能，而不是来自临场发挥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191000" y="4191000"/>
            <a:ext cx="3810000" cy="952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801800" y="4537710"/>
            <a:ext cx="25884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 Skill 验证实验室 · 第 9 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0016" y="4839652"/>
            <a:ext cx="5071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artifacts/20260925-22-ppt-generator-deck · skill: ppt-generator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405360" y="6379845"/>
            <a:ext cx="3381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2026-09-25 Qoder Agent 无人值守产出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