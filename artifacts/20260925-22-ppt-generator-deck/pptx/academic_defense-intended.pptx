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0287000" y="238125"/>
            <a:ext cx="1524000" cy="476250"/>
          </a:xfrm>
          <a:prstGeom prst="rect">
            <a:avLst/>
          </a:pr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71222" y="406718"/>
            <a:ext cx="9555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SKILL LAB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51074" y="2785110"/>
            <a:ext cx="628985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前端 Skill 验证实验室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85982" y="3678555"/>
            <a:ext cx="562003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每小时一轮 · 页面构建技能横评阶段汇报</a:t>
            </a:r>
          </a:p>
        </p:txBody>
      </p:sp>
      <p:sp>
        <p:nvSpPr>
          <p:cNvPr id="9" name="Line 9"/>
          <p:cNvSpPr/>
          <p:nvPr/>
        </p:nvSpPr>
        <p:spPr>
          <a:xfrm>
            <a:off x="4000500" y="42862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6048375" y="4238625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970020" y="475869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汇报人：Qoder Agent（无人值守）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74870" y="5172075"/>
            <a:ext cx="28422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审阅人：项目发起人 sunc-Q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1373" y="5569268"/>
            <a:ext cx="3169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前端页面 Skill 验证实验室 · 第 9 轮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361283" y="6535102"/>
            <a:ext cx="3469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2026-09-25 22:00 · 汇报时长约 10 分钟 · 共 5 页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940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91590" y="292418"/>
            <a:ext cx="9555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SKILL LAB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095375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095375"/>
            <a:ext cx="57150" cy="857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08710" y="123253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9265" y="13296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方法与去重契约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6773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独立会话，工作记录即唯一记忆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1095375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286500" y="1095375"/>
            <a:ext cx="57150" cy="857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33210" y="12325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3765" y="13296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已试组合与留用判定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6773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8 轮 · 4 个技能 · 全部留用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190750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62000" y="2190750"/>
            <a:ext cx="57150" cy="857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87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9265" y="2425065"/>
            <a:ext cx="2806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质量闸门：断言与复核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772728"/>
            <a:ext cx="25186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累计 1,203 条断言 · 三风格互异实测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190750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286500" y="2190750"/>
            <a:ext cx="57150" cy="857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332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3765" y="2425065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环境约束与下一步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772728"/>
            <a:ext cx="21045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网络限制矩阵 · 45 条环境笔记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286125"/>
            <a:ext cx="5143500" cy="857250"/>
          </a:xfrm>
          <a:prstGeom prst="rect">
            <a:avLst/>
          </a:prstGeom>
          <a:noFill/>
          <a:ln w="9525">
            <a:solidFill>
              <a:srgbClr val="D0D7E0"/>
            </a:solidFill>
            <a:prstDash val="dash"/>
          </a:ln>
        </p:spPr>
      </p:sp>
      <p:sp>
        <p:nvSpPr>
          <p:cNvPr id="28" name="TextBox 28"/>
          <p:cNvSpPr txBox="1"/>
          <p:nvPr/>
        </p:nvSpPr>
        <p:spPr>
          <a:xfrm>
            <a:off x="2091690" y="36614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附录：九份复现文档与产物索引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3286125"/>
            <a:ext cx="5143500" cy="85725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555105" y="34737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本轮研究对象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57010" y="3756660"/>
            <a:ext cx="32377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ppt-generator × 演示汇报页（新场景）</a:t>
            </a:r>
          </a:p>
        </p:txBody>
      </p: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69570" y="65512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目录 · 共 5 页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93434" y="653510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02 / 05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微软雅黑"/>
                <a:ea typeface="Microsoft YaHei"/>
                <a:cs typeface="微软雅黑"/>
              </a:rPr>
              <a:t>02</a:t>
            </a:r>
          </a:p>
        </p:txBody>
      </p:sp>
      <p:sp>
        <p:nvSpPr>
          <p:cNvPr id="7" name="Line 7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566160" y="2785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已试组合与留用判定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6640" y="371094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微软雅黑"/>
                <a:ea typeface="Microsoft YaHei"/>
                <a:cs typeface="微软雅黑"/>
              </a:rPr>
              <a:t>4 个技能 × 8 个场景 · 逐轮留用判定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04260" y="4347210"/>
            <a:ext cx="45872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 val="60000"/>
                  </a:srgbClr>
                </a:solidFill>
                <a:latin typeface="微软雅黑"/>
                <a:ea typeface="Microsoft YaHei"/>
                <a:cs typeface="微软雅黑"/>
              </a:rPr>
              <a:t>判定口径：留用 / 留用（限定场景）/ 不适用条款逐条记因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15210" y="6331268"/>
            <a:ext cx="29129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 val="40000"/>
                  </a:srgbClr>
                </a:solidFill>
                <a:latin typeface="微软雅黑"/>
                <a:ea typeface="Microsoft YaHei"/>
                <a:cs typeface="微软雅黑"/>
              </a:rPr>
              <a:t>前端 Skill 验证实验室 · 8 轮记录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991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2.1 组合覆盖与质量闸门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82090" y="292418"/>
            <a:ext cx="9555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SKILL LAB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5451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八轮全部判为留用：单轮断言由 36 条增至 398 条，风格零重复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2714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75310" y="1575435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505" y="17211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轮已试组合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6265" y="2020252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skill × 场景，台账内无重复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286125" y="1381125"/>
            <a:ext cx="2714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480435" y="1575435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97630" y="172116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个技能已完成横评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01390" y="202025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内置 1 + 本机自装 3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191250" y="1381125"/>
            <a:ext cx="2714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385560" y="1575435"/>
            <a:ext cx="110370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1,203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6515" y="202025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条断言（有记录的 6 轮累计）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096375" y="1381125"/>
            <a:ext cx="2714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290685" y="1575435"/>
            <a:ext cx="108300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1.1MB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11640" y="2020252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单场景产物峰值 / 限额 50MB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2476500"/>
            <a:ext cx="6667500" cy="371475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86740" y="26060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每轮断言条数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265" y="289655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16:00 起有量化记录 · 单位：条</a:t>
            </a:r>
          </a:p>
        </p:txBody>
      </p:sp>
      <p:sp>
        <p:nvSpPr>
          <p:cNvPr id="27" name="Line 27"/>
          <p:cNvSpPr/>
          <p:nvPr/>
        </p:nvSpPr>
        <p:spPr>
          <a:xfrm>
            <a:off x="952500" y="57150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28" name="Line 28"/>
          <p:cNvSpPr/>
          <p:nvPr/>
        </p:nvSpPr>
        <p:spPr>
          <a:xfrm>
            <a:off x="952500" y="5000625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D0D7E0">
                <a:alpha val="60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952500" y="42862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D0D7E0">
                <a:alpha val="60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952500" y="3571875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D0D7E0">
                <a:alpha val="60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952500" y="28575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D0D7E0">
                <a:alpha val="60000"/>
              </a:srgbClr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92575" y="565594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0847" y="4941570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7986" y="42271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7986" y="3512820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300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7986" y="27984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400</a:t>
            </a:r>
          </a:p>
        </p:txBody>
      </p:sp>
      <p:sp>
        <p:nvSpPr>
          <p:cNvPr id="37" name="Rectangle 37"/>
          <p:cNvSpPr/>
          <p:nvPr/>
        </p:nvSpPr>
        <p:spPr>
          <a:xfrm>
            <a:off x="1047750" y="5457825"/>
            <a:ext cx="571500" cy="257175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2000250" y="4705350"/>
            <a:ext cx="571500" cy="10096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2952750" y="3248025"/>
            <a:ext cx="571500" cy="2466975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3905250" y="2867025"/>
            <a:ext cx="571500" cy="2847975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4857750" y="4248150"/>
            <a:ext cx="571500" cy="14668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5810250" y="5153025"/>
            <a:ext cx="571500" cy="561975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217047" y="525208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164947" y="4499610"/>
            <a:ext cx="2421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141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071441" y="3042285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345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23941" y="2661285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398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976441" y="404241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979547" y="494728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78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577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16:00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1102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17:00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0627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18:00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0152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19:00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951333" y="582739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20:00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9202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21:00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34415" y="6001702"/>
            <a:ext cx="29710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峰值 398 条：19:00 定价页 · 双技能叠加轮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239000" y="2476500"/>
            <a:ext cx="457200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444740" y="2606040"/>
            <a:ext cx="14672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技能 × 轮次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467600" y="2914650"/>
            <a:ext cx="4114800" cy="3048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587615" y="30108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技能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237375" y="30108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轮次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730865" y="30108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判定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87615" y="3391852"/>
            <a:ext cx="15218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sites:sites-building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456297" y="33756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730865" y="33918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留用</a:t>
            </a:r>
          </a:p>
        </p:txBody>
      </p:sp>
      <p:sp>
        <p:nvSpPr>
          <p:cNvPr id="65" name="Line 65"/>
          <p:cNvSpPr/>
          <p:nvPr/>
        </p:nvSpPr>
        <p:spPr>
          <a:xfrm>
            <a:off x="7467600" y="363855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7587615" y="3772852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vercel-react-best-practices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456297" y="37566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730865" y="37728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留用</a:t>
            </a:r>
          </a:p>
        </p:txBody>
      </p:sp>
      <p:sp>
        <p:nvSpPr>
          <p:cNvPr id="69" name="Line 69"/>
          <p:cNvSpPr/>
          <p:nvPr/>
        </p:nvSpPr>
        <p:spPr>
          <a:xfrm>
            <a:off x="7467600" y="401955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7587615" y="415385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frontend-development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502303" y="413766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730865" y="41538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留用</a:t>
            </a:r>
          </a:p>
        </p:txBody>
      </p:sp>
      <p:sp>
        <p:nvSpPr>
          <p:cNvPr id="73" name="Line 73"/>
          <p:cNvSpPr/>
          <p:nvPr/>
        </p:nvSpPr>
        <p:spPr>
          <a:xfrm>
            <a:off x="7467600" y="440055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7587615" y="4534852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drafter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502303" y="451866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730865" y="45348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A500"/>
                </a:solidFill>
                <a:latin typeface="微软雅黑"/>
                <a:ea typeface="Microsoft YaHei"/>
                <a:cs typeface="微软雅黑"/>
              </a:rPr>
              <a:t>留用·限定场景</a:t>
            </a:r>
          </a:p>
        </p:txBody>
      </p:sp>
      <p:sp>
        <p:nvSpPr>
          <p:cNvPr id="77" name="Line 77"/>
          <p:cNvSpPr/>
          <p:nvPr/>
        </p:nvSpPr>
        <p:spPr>
          <a:xfrm>
            <a:off x="7467600" y="478155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78" name="Rectangle 78"/>
          <p:cNvSpPr/>
          <p:nvPr/>
        </p:nvSpPr>
        <p:spPr>
          <a:xfrm>
            <a:off x="7467600" y="4857750"/>
            <a:ext cx="4114800" cy="3429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7585710" y="49568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合计轮次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441741" y="49406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730865" y="49730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全部留用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454265" y="5354002"/>
            <a:ext cx="35154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19:00 一轮由 vercel 与 sites-building 叠加完成，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454265" y="5544502"/>
            <a:ext cx="25876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故技能轮次相加为 9、实际轮次为 8。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454265" y="5906452"/>
            <a:ext cx="26796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本轮第 5 个研究对象：ppt-generator</a:t>
            </a:r>
          </a:p>
        </p:txBody>
      </p:sp>
      <p:sp>
        <p:nvSpPr>
          <p:cNvPr id="85" name="Line 8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369570" y="6522720"/>
            <a:ext cx="49849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数据来源：state/state.json 与 records/work-log.md @ 2026-09-25 22:00 快照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401056" y="6522720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02 已试组合与留用判定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093434" y="6506528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04 / 05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491590" y="406718"/>
            <a:ext cx="9555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SKILL LAB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54499" y="240411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恳请指正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81350" y="3282315"/>
            <a:ext cx="58293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下一轮：让风格来自技能自带规范，而非临场发挥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38907" y="4445318"/>
            <a:ext cx="49141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产物：artifacts/20260925-22-ppt-generator-deck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49027" y="4766310"/>
            <a:ext cx="48939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复现文档：reports/20260925-22-ppt-generator-deck.md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8981" y="5071110"/>
            <a:ext cx="4114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仓库：github.com/sunc-Q/frontend-skill @ main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58412" y="6535102"/>
            <a:ext cx="40751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© 2026 前端 Skill 验证实验室 · Qoder Agent 无人值守产出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93434" y="653510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05 / 05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